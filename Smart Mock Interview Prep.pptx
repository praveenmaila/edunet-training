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sldIdLst>
    <p:sldId id="257" r:id="rId5"/>
    <p:sldId id="258" r:id="rId6"/>
    <p:sldId id="262" r:id="rId7"/>
    <p:sldId id="259" r:id="rId8"/>
    <p:sldId id="263" r:id="rId9"/>
    <p:sldId id="266"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va Veludurthi" initials="SV" lastIdx="1" clrIdx="0">
    <p:extLst>
      <p:ext uri="{19B8F6BF-5375-455C-9EA6-DF929625EA0E}">
        <p15:presenceInfo xmlns:p15="http://schemas.microsoft.com/office/powerpoint/2012/main" userId="8f9a543e6e9fe9a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19" autoAdjust="0"/>
  </p:normalViewPr>
  <p:slideViewPr>
    <p:cSldViewPr snapToGrid="0">
      <p:cViewPr varScale="1">
        <p:scale>
          <a:sx n="62" d="100"/>
          <a:sy n="62" d="100"/>
        </p:scale>
        <p:origin x="7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70FD8F-0050-42E3-8B3A-6ED7CFB9852E}" type="doc">
      <dgm:prSet loTypeId="urn:microsoft.com/office/officeart/2016/7/layout/RoundedRectangleTimeline" loCatId="process" qsTypeId="urn:microsoft.com/office/officeart/2005/8/quickstyle/simple1" qsCatId="simple" csTypeId="urn:microsoft.com/office/officeart/2005/8/colors/accent1_3" csCatId="accent1" phldr="1"/>
      <dgm:spPr/>
      <dgm:t>
        <a:bodyPr/>
        <a:lstStyle/>
        <a:p>
          <a:endParaRPr lang="en-US"/>
        </a:p>
      </dgm:t>
    </dgm:pt>
    <dgm:pt modelId="{AB52B3CC-6563-466D-BFC3-9B6B5AFA0881}" type="pres">
      <dgm:prSet presAssocID="{6A70FD8F-0050-42E3-8B3A-6ED7CFB9852E}" presName="Name0" presStyleCnt="0">
        <dgm:presLayoutVars>
          <dgm:chMax/>
          <dgm:chPref/>
          <dgm:animLvl val="lvl"/>
        </dgm:presLayoutVars>
      </dgm:prSet>
      <dgm:spPr/>
    </dgm:pt>
  </dgm:ptLst>
  <dgm:cxnLst>
    <dgm:cxn modelId="{84C67813-55CE-4EBC-9032-03BD847DC17E}" type="presOf" srcId="{6A70FD8F-0050-42E3-8B3A-6ED7CFB9852E}" destId="{AB52B3CC-6563-466D-BFC3-9B6B5AFA0881}" srcOrd="0" destOrd="0" presId="urn:microsoft.com/office/officeart/2016/7/layout/RoundedRectangle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9/25/2025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9/25/2025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9/25/2025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9/25/2025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9/25/2025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9/25/2025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9/25/2025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730175"/>
            <a:ext cx="10993549" cy="1110923"/>
          </a:xfrm>
        </p:spPr>
        <p:txBody>
          <a:bodyPr>
            <a:normAutofit/>
          </a:bodyPr>
          <a:lstStyle/>
          <a:p>
            <a:r>
              <a:rPr lang="en-US" b="1" dirty="0">
                <a:latin typeface="Times New Roman" panose="02020603050405020304" pitchFamily="18" charset="0"/>
                <a:cs typeface="Times New Roman" panose="02020603050405020304" pitchFamily="18" charset="0"/>
              </a:rPr>
              <a:t>PROJECT TITLE</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1" y="2261327"/>
            <a:ext cx="10993546" cy="468233"/>
          </a:xfrm>
        </p:spPr>
        <p:txBody>
          <a:bodyPr>
            <a:normAutofit/>
          </a:bodyPr>
          <a:lstStyle/>
          <a:p>
            <a:r>
              <a:rPr lang="en-US" b="1" dirty="0">
                <a:latin typeface="Times New Roman" panose="02020603050405020304" pitchFamily="18" charset="0"/>
                <a:cs typeface="Times New Roman" panose="02020603050405020304" pitchFamily="18" charset="0"/>
              </a:rPr>
              <a:t>DISCRIPTION</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4" name="TextBox 3">
            <a:extLst>
              <a:ext uri="{FF2B5EF4-FFF2-40B4-BE49-F238E27FC236}">
                <a16:creationId xmlns:a16="http://schemas.microsoft.com/office/drawing/2014/main" id="{E4890120-B28C-533B-B3F5-47FCD1A5907F}"/>
              </a:ext>
            </a:extLst>
          </p:cNvPr>
          <p:cNvSpPr txBox="1"/>
          <p:nvPr/>
        </p:nvSpPr>
        <p:spPr>
          <a:xfrm>
            <a:off x="6672263" y="4260712"/>
            <a:ext cx="4902474" cy="2308324"/>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Team Leader Name : </a:t>
            </a:r>
          </a:p>
          <a:p>
            <a:r>
              <a:rPr lang="en-IN" dirty="0">
                <a:latin typeface="Times New Roman" panose="02020603050405020304" pitchFamily="18" charset="0"/>
                <a:cs typeface="Times New Roman" panose="02020603050405020304" pitchFamily="18" charset="0"/>
              </a:rPr>
              <a:t>Name(22R91AXXXX)</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Team members :</a:t>
            </a:r>
          </a:p>
          <a:p>
            <a:r>
              <a:rPr lang="en-IN" dirty="0">
                <a:latin typeface="Times New Roman" panose="02020603050405020304" pitchFamily="18" charset="0"/>
                <a:cs typeface="Times New Roman" panose="02020603050405020304" pitchFamily="18" charset="0"/>
              </a:rPr>
              <a:t>1.</a:t>
            </a:r>
          </a:p>
          <a:p>
            <a:r>
              <a:rPr lang="en-IN" dirty="0">
                <a:latin typeface="Times New Roman" panose="02020603050405020304" pitchFamily="18" charset="0"/>
                <a:cs typeface="Times New Roman" panose="02020603050405020304" pitchFamily="18" charset="0"/>
              </a:rPr>
              <a:t>2.</a:t>
            </a:r>
          </a:p>
          <a:p>
            <a:r>
              <a:rPr lang="en-IN" dirty="0">
                <a:latin typeface="Times New Roman" panose="02020603050405020304" pitchFamily="18" charset="0"/>
                <a:cs typeface="Times New Roman" panose="02020603050405020304" pitchFamily="18" charset="0"/>
              </a:rPr>
              <a:t>3.</a:t>
            </a:r>
          </a:p>
          <a:p>
            <a:r>
              <a:rPr lang="en-IN" dirty="0">
                <a:latin typeface="Times New Roman" panose="02020603050405020304" pitchFamily="18" charset="0"/>
                <a:cs typeface="Times New Roman" panose="02020603050405020304" pitchFamily="18" charset="0"/>
              </a:rPr>
              <a:t>4.</a:t>
            </a:r>
          </a:p>
        </p:txBody>
      </p:sp>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4D37649-4F3B-2E7A-E721-32A4B180CD09}"/>
              </a:ext>
            </a:extLst>
          </p:cNvPr>
          <p:cNvSpPr>
            <a:spLocks noGrp="1"/>
          </p:cNvSpPr>
          <p:nvPr>
            <p:ph type="title"/>
          </p:nvPr>
        </p:nvSpPr>
        <p:spPr>
          <a:xfrm>
            <a:off x="581359" y="882650"/>
            <a:ext cx="11029616" cy="758113"/>
          </a:xfrm>
        </p:spPr>
        <p:txBody>
          <a:bodyPr/>
          <a:lstStyle/>
          <a:p>
            <a:r>
              <a:rPr lang="en-IN" b="1" dirty="0">
                <a:latin typeface="Times New Roman" panose="02020603050405020304" pitchFamily="18" charset="0"/>
                <a:cs typeface="Times New Roman" panose="02020603050405020304" pitchFamily="18" charset="0"/>
              </a:rPr>
              <a:t>PROBLEM STATEMENT</a:t>
            </a:r>
          </a:p>
        </p:txBody>
      </p:sp>
      <p:sp>
        <p:nvSpPr>
          <p:cNvPr id="7" name="Content Placeholder 6">
            <a:extLst>
              <a:ext uri="{FF2B5EF4-FFF2-40B4-BE49-F238E27FC236}">
                <a16:creationId xmlns:a16="http://schemas.microsoft.com/office/drawing/2014/main" id="{65232405-9761-C604-A581-AE1DCB4B16F3}"/>
              </a:ext>
            </a:extLst>
          </p:cNvPr>
          <p:cNvSpPr>
            <a:spLocks noGrp="1"/>
          </p:cNvSpPr>
          <p:nvPr>
            <p:ph idx="1"/>
          </p:nvPr>
        </p:nvSpPr>
        <p:spPr/>
        <p:txBody>
          <a:bodyPr/>
          <a:lstStyle/>
          <a:p>
            <a:pPr marL="0" indent="0">
              <a:buNone/>
            </a:pPr>
            <a:endParaRPr lang="en-IN" dirty="0"/>
          </a:p>
        </p:txBody>
      </p:sp>
    </p:spTree>
    <p:extLst>
      <p:ext uri="{BB962C8B-B14F-4D97-AF65-F5344CB8AC3E}">
        <p14:creationId xmlns:p14="http://schemas.microsoft.com/office/powerpoint/2010/main" val="263784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6E3A3-4F94-47B9-B74D-E6118F4CB5F2}"/>
            </a:ext>
          </a:extLst>
        </p:cNvPr>
        <p:cNvGrpSpPr/>
        <p:nvPr/>
      </p:nvGrpSpPr>
      <p:grpSpPr>
        <a:xfrm>
          <a:off x="0" y="0"/>
          <a:ext cx="0" cy="0"/>
          <a:chOff x="0" y="0"/>
          <a:chExt cx="0" cy="0"/>
        </a:xfrm>
      </p:grpSpPr>
      <p:graphicFrame>
        <p:nvGraphicFramePr>
          <p:cNvPr id="4" name="Content Placeholder 2" descr="timeline">
            <a:extLst>
              <a:ext uri="{FF2B5EF4-FFF2-40B4-BE49-F238E27FC236}">
                <a16:creationId xmlns:a16="http://schemas.microsoft.com/office/drawing/2014/main" id="{B5B856D9-CA47-8FCA-A866-6820A312A900}"/>
              </a:ext>
            </a:extLst>
          </p:cNvPr>
          <p:cNvGraphicFramePr>
            <a:graphicFrameLocks noGrp="1"/>
          </p:cNvGraphicFramePr>
          <p:nvPr>
            <p:ph idx="1"/>
          </p:nvPr>
        </p:nvGraphicFramePr>
        <p:xfrm>
          <a:off x="581025" y="2341563"/>
          <a:ext cx="11029950" cy="36337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4">
            <a:extLst>
              <a:ext uri="{FF2B5EF4-FFF2-40B4-BE49-F238E27FC236}">
                <a16:creationId xmlns:a16="http://schemas.microsoft.com/office/drawing/2014/main" id="{89C7630A-87B9-8CB1-DC74-13FCF793488D}"/>
              </a:ext>
            </a:extLst>
          </p:cNvPr>
          <p:cNvSpPr>
            <a:spLocks noGrp="1"/>
          </p:cNvSpPr>
          <p:nvPr>
            <p:ph type="title"/>
          </p:nvPr>
        </p:nvSpPr>
        <p:spPr>
          <a:xfrm>
            <a:off x="581359" y="682625"/>
            <a:ext cx="11029616" cy="1008226"/>
          </a:xfrm>
        </p:spPr>
        <p:txBody>
          <a:bodyPr/>
          <a:lstStyle/>
          <a:p>
            <a:r>
              <a:rPr lang="en-IN" b="1" dirty="0">
                <a:latin typeface="Times New Roman" panose="02020603050405020304" pitchFamily="18" charset="0"/>
                <a:cs typeface="Times New Roman" panose="02020603050405020304" pitchFamily="18" charset="0"/>
              </a:rPr>
              <a:t>CASE STUDY</a:t>
            </a:r>
          </a:p>
        </p:txBody>
      </p:sp>
    </p:spTree>
    <p:extLst>
      <p:ext uri="{BB962C8B-B14F-4D97-AF65-F5344CB8AC3E}">
        <p14:creationId xmlns:p14="http://schemas.microsoft.com/office/powerpoint/2010/main" val="1591279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08A46-98FA-0D19-2A6E-1ED65D234EB7}"/>
              </a:ext>
            </a:extLst>
          </p:cNvPr>
          <p:cNvSpPr txBox="1"/>
          <p:nvPr/>
        </p:nvSpPr>
        <p:spPr>
          <a:xfrm>
            <a:off x="738188" y="1064996"/>
            <a:ext cx="10993546"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LANDING PAGE</a:t>
            </a:r>
          </a:p>
        </p:txBody>
      </p:sp>
      <p:sp>
        <p:nvSpPr>
          <p:cNvPr id="5" name="Subtitle 2">
            <a:extLst>
              <a:ext uri="{FF2B5EF4-FFF2-40B4-BE49-F238E27FC236}">
                <a16:creationId xmlns:a16="http://schemas.microsoft.com/office/drawing/2014/main" id="{2A1888BB-2DDC-E9CE-843B-7EDFD0BED307}"/>
              </a:ext>
            </a:extLst>
          </p:cNvPr>
          <p:cNvSpPr txBox="1">
            <a:spLocks/>
          </p:cNvSpPr>
          <p:nvPr/>
        </p:nvSpPr>
        <p:spPr>
          <a:xfrm>
            <a:off x="738188" y="1932715"/>
            <a:ext cx="10993546" cy="468233"/>
          </a:xfrm>
          <a:prstGeom prst="rect">
            <a:avLst/>
          </a:prstGeom>
        </p:spPr>
        <p:txBody>
          <a:bodyP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b="1" dirty="0">
                <a:solidFill>
                  <a:srgbClr val="7030A0"/>
                </a:solidFill>
                <a:latin typeface="Times New Roman" panose="02020603050405020304" pitchFamily="18" charset="0"/>
                <a:cs typeface="Times New Roman" panose="02020603050405020304" pitchFamily="18" charset="0"/>
              </a:rPr>
              <a:t>Screenshot</a:t>
            </a:r>
          </a:p>
        </p:txBody>
      </p:sp>
    </p:spTree>
    <p:extLst>
      <p:ext uri="{BB962C8B-B14F-4D97-AF65-F5344CB8AC3E}">
        <p14:creationId xmlns:p14="http://schemas.microsoft.com/office/powerpoint/2010/main" val="2712238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68E3D-F6D4-732C-4EA8-922A17ED706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1D19492-4453-1A2A-9972-1D31C4D1E25B}"/>
              </a:ext>
            </a:extLst>
          </p:cNvPr>
          <p:cNvSpPr txBox="1"/>
          <p:nvPr/>
        </p:nvSpPr>
        <p:spPr>
          <a:xfrm>
            <a:off x="738188" y="1143000"/>
            <a:ext cx="5357812"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LOGIN PAGE</a:t>
            </a:r>
          </a:p>
        </p:txBody>
      </p:sp>
      <p:sp>
        <p:nvSpPr>
          <p:cNvPr id="5" name="Subtitle 2">
            <a:extLst>
              <a:ext uri="{FF2B5EF4-FFF2-40B4-BE49-F238E27FC236}">
                <a16:creationId xmlns:a16="http://schemas.microsoft.com/office/drawing/2014/main" id="{FAEC37FF-9F52-164B-CE04-7A3463F329AB}"/>
              </a:ext>
            </a:extLst>
          </p:cNvPr>
          <p:cNvSpPr txBox="1">
            <a:spLocks/>
          </p:cNvSpPr>
          <p:nvPr/>
        </p:nvSpPr>
        <p:spPr>
          <a:xfrm>
            <a:off x="738188" y="1932715"/>
            <a:ext cx="10993546" cy="468233"/>
          </a:xfrm>
          <a:prstGeom prst="rect">
            <a:avLst/>
          </a:prstGeom>
        </p:spPr>
        <p:txBody>
          <a:bodyP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b="1" dirty="0">
                <a:solidFill>
                  <a:srgbClr val="7030A0"/>
                </a:solidFill>
                <a:latin typeface="Times New Roman" panose="02020603050405020304" pitchFamily="18" charset="0"/>
                <a:cs typeface="Times New Roman" panose="02020603050405020304" pitchFamily="18" charset="0"/>
              </a:rPr>
              <a:t>Screenshot</a:t>
            </a:r>
          </a:p>
        </p:txBody>
      </p:sp>
    </p:spTree>
    <p:extLst>
      <p:ext uri="{BB962C8B-B14F-4D97-AF65-F5344CB8AC3E}">
        <p14:creationId xmlns:p14="http://schemas.microsoft.com/office/powerpoint/2010/main" val="1673269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7B6E5-9899-6227-F4B1-850AA0F9D7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CB47FE-5D65-BD8E-62BD-61C07AB0E308}"/>
              </a:ext>
            </a:extLst>
          </p:cNvPr>
          <p:cNvSpPr txBox="1"/>
          <p:nvPr/>
        </p:nvSpPr>
        <p:spPr>
          <a:xfrm>
            <a:off x="738188" y="1143000"/>
            <a:ext cx="5357812"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REGISTRATION PAGE</a:t>
            </a:r>
          </a:p>
        </p:txBody>
      </p:sp>
      <p:sp>
        <p:nvSpPr>
          <p:cNvPr id="5" name="Subtitle 2">
            <a:extLst>
              <a:ext uri="{FF2B5EF4-FFF2-40B4-BE49-F238E27FC236}">
                <a16:creationId xmlns:a16="http://schemas.microsoft.com/office/drawing/2014/main" id="{9C9C20FA-87D4-9990-0FEA-AB07F2FD0557}"/>
              </a:ext>
            </a:extLst>
          </p:cNvPr>
          <p:cNvSpPr txBox="1">
            <a:spLocks/>
          </p:cNvSpPr>
          <p:nvPr/>
        </p:nvSpPr>
        <p:spPr>
          <a:xfrm>
            <a:off x="738188" y="1932715"/>
            <a:ext cx="10993546" cy="468233"/>
          </a:xfrm>
          <a:prstGeom prst="rect">
            <a:avLst/>
          </a:prstGeom>
        </p:spPr>
        <p:txBody>
          <a:bodyP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b="1" dirty="0">
                <a:solidFill>
                  <a:srgbClr val="7030A0"/>
                </a:solidFill>
                <a:latin typeface="Times New Roman" panose="02020603050405020304" pitchFamily="18" charset="0"/>
                <a:cs typeface="Times New Roman" panose="02020603050405020304" pitchFamily="18" charset="0"/>
              </a:rPr>
              <a:t>Screenshot</a:t>
            </a:r>
          </a:p>
        </p:txBody>
      </p:sp>
    </p:spTree>
    <p:extLst>
      <p:ext uri="{BB962C8B-B14F-4D97-AF65-F5344CB8AC3E}">
        <p14:creationId xmlns:p14="http://schemas.microsoft.com/office/powerpoint/2010/main" val="7931836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4D910-F7B7-C732-22BC-6F5A2ED6502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B64924C-E90E-0E4A-060C-EB931CE9AD73}"/>
              </a:ext>
            </a:extLst>
          </p:cNvPr>
          <p:cNvSpPr txBox="1"/>
          <p:nvPr/>
        </p:nvSpPr>
        <p:spPr>
          <a:xfrm>
            <a:off x="738188" y="985838"/>
            <a:ext cx="5357812"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558763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B3718-7E40-7012-E384-08446B71F5D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E47E0F6-5F96-2400-7866-E4AEEDAF8B53}"/>
              </a:ext>
            </a:extLst>
          </p:cNvPr>
          <p:cNvSpPr txBox="1"/>
          <p:nvPr/>
        </p:nvSpPr>
        <p:spPr>
          <a:xfrm>
            <a:off x="366713" y="3105834"/>
            <a:ext cx="11458574" cy="646331"/>
          </a:xfrm>
          <a:prstGeom prst="rect">
            <a:avLst/>
          </a:prstGeom>
          <a:noFill/>
        </p:spPr>
        <p:txBody>
          <a:bodyPr wrap="square" rtlCol="0">
            <a:spAutoFit/>
          </a:bodyPr>
          <a:lstStyle/>
          <a:p>
            <a:pPr algn="ctr"/>
            <a:r>
              <a:rPr lang="en-IN" sz="36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05464523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{D6A53017-1C82-4118-A7F9-9BF180D92E5F}tf33552983_win32</Template>
  <TotalTime>140</TotalTime>
  <Words>38</Words>
  <Application>Microsoft Office PowerPoint</Application>
  <PresentationFormat>Widescreen</PresentationFormat>
  <Paragraphs>20</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Franklin Gothic Book</vt:lpstr>
      <vt:lpstr>Franklin Gothic Demi</vt:lpstr>
      <vt:lpstr>Times New Roman</vt:lpstr>
      <vt:lpstr>Wingdings 2</vt:lpstr>
      <vt:lpstr>DividendVTI</vt:lpstr>
      <vt:lpstr>PROJECT TITLE</vt:lpstr>
      <vt:lpstr>PROBLEM STATEMENT</vt:lpstr>
      <vt:lpstr>CASE STUDY</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Siva Veludurthi</dc:creator>
  <cp:lastModifiedBy>Siva Veludurthi</cp:lastModifiedBy>
  <cp:revision>1</cp:revision>
  <dcterms:created xsi:type="dcterms:W3CDTF">2025-09-25T08:09:20Z</dcterms:created>
  <dcterms:modified xsi:type="dcterms:W3CDTF">2025-09-25T10:37:54Z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